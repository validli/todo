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0FEE6-D01D-429E-A44F-C513BF9944ED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4719F-2FD7-46A0-99F8-1C1BA2AACE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0FEE6-D01D-429E-A44F-C513BF9944ED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4719F-2FD7-46A0-99F8-1C1BA2AACE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0FEE6-D01D-429E-A44F-C513BF9944ED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4719F-2FD7-46A0-99F8-1C1BA2AACE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0FEE6-D01D-429E-A44F-C513BF9944ED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4719F-2FD7-46A0-99F8-1C1BA2AACE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0FEE6-D01D-429E-A44F-C513BF9944ED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4719F-2FD7-46A0-99F8-1C1BA2AACE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0FEE6-D01D-429E-A44F-C513BF9944ED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4719F-2FD7-46A0-99F8-1C1BA2AACE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0FEE6-D01D-429E-A44F-C513BF9944ED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4719F-2FD7-46A0-99F8-1C1BA2AACE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0FEE6-D01D-429E-A44F-C513BF9944ED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4719F-2FD7-46A0-99F8-1C1BA2AACE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0FEE6-D01D-429E-A44F-C513BF9944ED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4719F-2FD7-46A0-99F8-1C1BA2AACE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0FEE6-D01D-429E-A44F-C513BF9944ED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4719F-2FD7-46A0-99F8-1C1BA2AACE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0FEE6-D01D-429E-A44F-C513BF9944ED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4719F-2FD7-46A0-99F8-1C1BA2AACE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0FEE6-D01D-429E-A44F-C513BF9944ED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94719F-2FD7-46A0-99F8-1C1BA2AACE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7-41-82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7-52-09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8-10-78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8-15-70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8-19-15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8-22-41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8-25-72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8-29-20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8-36-16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2-18-45-803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1</cp:revision>
  <dcterms:created xsi:type="dcterms:W3CDTF">2017-12-07T14:19:00Z</dcterms:created>
  <dcterms:modified xsi:type="dcterms:W3CDTF">2017-12-07T14:19:29Z</dcterms:modified>
</cp:coreProperties>
</file>