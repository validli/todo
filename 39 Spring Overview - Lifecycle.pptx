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F1800-6C87-4321-B5DF-2DFA66F6CB9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34E6B-C4F8-4E1F-B12A-CB7530BBE1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1-24-07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1-46-74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1-53-65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1-59-14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2-18-55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2-21-58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2-30-07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2-35-08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2-41-29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12-47-74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2017-12-07T13:13:14Z</dcterms:created>
  <dcterms:modified xsi:type="dcterms:W3CDTF">2017-12-07T13:13:46Z</dcterms:modified>
</cp:coreProperties>
</file>