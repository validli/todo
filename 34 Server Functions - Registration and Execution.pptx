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F85BD-C9CF-42D7-83DE-2C9217AC0C16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D50B-2BE3-4284-83B1-24744B0658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8-39-16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8-46-67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8-50-8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9-18-0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9-25-79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9-30-39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9-33-60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9-39-58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39-48-80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2017-12-07T01:41:02Z</dcterms:created>
  <dcterms:modified xsi:type="dcterms:W3CDTF">2017-12-07T13:04:19Z</dcterms:modified>
</cp:coreProperties>
</file>