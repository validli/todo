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</p:sldIdLst>
  <p:sldSz cx="9144000" cy="6858000" type="screen4x3"/>
  <p:notesSz cx="6858000" cy="9144000"/>
  <p:photoAlbum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65" d="100"/>
          <a:sy n="65" d="100"/>
        </p:scale>
        <p:origin x="-1500" y="-1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957938-501F-4F4F-B454-D04EEED11F24}" type="datetimeFigureOut">
              <a:rPr lang="zh-CN" altLang="en-US" smtClean="0"/>
              <a:t>2017/12/7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1D4E74-FD2E-49F1-B2F9-AAEDC3100A7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957938-501F-4F4F-B454-D04EEED11F24}" type="datetimeFigureOut">
              <a:rPr lang="zh-CN" altLang="en-US" smtClean="0"/>
              <a:t>2017/12/7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1D4E74-FD2E-49F1-B2F9-AAEDC3100A7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957938-501F-4F4F-B454-D04EEED11F24}" type="datetimeFigureOut">
              <a:rPr lang="zh-CN" altLang="en-US" smtClean="0"/>
              <a:t>2017/12/7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1D4E74-FD2E-49F1-B2F9-AAEDC3100A7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957938-501F-4F4F-B454-D04EEED11F24}" type="datetimeFigureOut">
              <a:rPr lang="zh-CN" altLang="en-US" smtClean="0"/>
              <a:t>2017/12/7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1D4E74-FD2E-49F1-B2F9-AAEDC3100A7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957938-501F-4F4F-B454-D04EEED11F24}" type="datetimeFigureOut">
              <a:rPr lang="zh-CN" altLang="en-US" smtClean="0"/>
              <a:t>2017/12/7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1D4E74-FD2E-49F1-B2F9-AAEDC3100A7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957938-501F-4F4F-B454-D04EEED11F24}" type="datetimeFigureOut">
              <a:rPr lang="zh-CN" altLang="en-US" smtClean="0"/>
              <a:t>2017/12/7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1D4E74-FD2E-49F1-B2F9-AAEDC3100A7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957938-501F-4F4F-B454-D04EEED11F24}" type="datetimeFigureOut">
              <a:rPr lang="zh-CN" altLang="en-US" smtClean="0"/>
              <a:t>2017/12/7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1D4E74-FD2E-49F1-B2F9-AAEDC3100A7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957938-501F-4F4F-B454-D04EEED11F24}" type="datetimeFigureOut">
              <a:rPr lang="zh-CN" altLang="en-US" smtClean="0"/>
              <a:t>2017/12/7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1D4E74-FD2E-49F1-B2F9-AAEDC3100A7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957938-501F-4F4F-B454-D04EEED11F24}" type="datetimeFigureOut">
              <a:rPr lang="zh-CN" altLang="en-US" smtClean="0"/>
              <a:t>2017/12/7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1D4E74-FD2E-49F1-B2F9-AAEDC3100A7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957938-501F-4F4F-B454-D04EEED11F24}" type="datetimeFigureOut">
              <a:rPr lang="zh-CN" altLang="en-US" smtClean="0"/>
              <a:t>2017/12/7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1D4E74-FD2E-49F1-B2F9-AAEDC3100A7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957938-501F-4F4F-B454-D04EEED11F24}" type="datetimeFigureOut">
              <a:rPr lang="zh-CN" altLang="en-US" smtClean="0"/>
              <a:t>2017/12/7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1D4E74-FD2E-49F1-B2F9-AAEDC3100A7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8957938-501F-4F4F-B454-D04EEED11F24}" type="datetimeFigureOut">
              <a:rPr lang="zh-CN" altLang="en-US" smtClean="0"/>
              <a:t>2017/12/7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1D4E74-FD2E-49F1-B2F9-AAEDC3100A7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2017-12-07-21-54-40-456.png"/>
          <p:cNvPicPr>
            <a:picLocks noGrp="1" noChangeAspect="1"/>
          </p:cNvPicPr>
          <p:nvPr isPhoto="1"/>
        </p:nvPicPr>
        <p:blipFill>
          <a:blip r:embed="rId2">
            <a:lum/>
          </a:blip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2017-12-07-21-54-43-506.png"/>
          <p:cNvPicPr>
            <a:picLocks noGrp="1" noChangeAspect="1"/>
          </p:cNvPicPr>
          <p:nvPr isPhoto="1"/>
        </p:nvPicPr>
        <p:blipFill>
          <a:blip r:embed="rId2">
            <a:lum/>
          </a:blip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2017-12-07-21-54-47-082.png"/>
          <p:cNvPicPr>
            <a:picLocks noGrp="1" noChangeAspect="1"/>
          </p:cNvPicPr>
          <p:nvPr isPhoto="1"/>
        </p:nvPicPr>
        <p:blipFill>
          <a:blip r:embed="rId2">
            <a:lum/>
          </a:blip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2017-12-07-21-54-50-941.png"/>
          <p:cNvPicPr>
            <a:picLocks noGrp="1" noChangeAspect="1"/>
          </p:cNvPicPr>
          <p:nvPr isPhoto="1"/>
        </p:nvPicPr>
        <p:blipFill>
          <a:blip r:embed="rId2">
            <a:lum/>
          </a:blip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2017-12-07-21-54-53-848.png"/>
          <p:cNvPicPr>
            <a:picLocks noGrp="1" noChangeAspect="1"/>
          </p:cNvPicPr>
          <p:nvPr isPhoto="1"/>
        </p:nvPicPr>
        <p:blipFill>
          <a:blip r:embed="rId2">
            <a:lum/>
          </a:blip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2017-12-07-21-54-59-460.png"/>
          <p:cNvPicPr>
            <a:picLocks noGrp="1" noChangeAspect="1"/>
          </p:cNvPicPr>
          <p:nvPr isPhoto="1"/>
        </p:nvPicPr>
        <p:blipFill>
          <a:blip r:embed="rId2">
            <a:lum/>
          </a:blip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2017-12-07-21-55-03-427.png"/>
          <p:cNvPicPr>
            <a:picLocks noGrp="1" noChangeAspect="1"/>
          </p:cNvPicPr>
          <p:nvPr isPhoto="1"/>
        </p:nvPicPr>
        <p:blipFill>
          <a:blip r:embed="rId2">
            <a:lum/>
          </a:blip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2017-12-07-21-55-08-979.png"/>
          <p:cNvPicPr>
            <a:picLocks noGrp="1" noChangeAspect="1"/>
          </p:cNvPicPr>
          <p:nvPr isPhoto="1"/>
        </p:nvPicPr>
        <p:blipFill>
          <a:blip r:embed="rId2">
            <a:lum/>
          </a:blip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2017-12-07-21-55-14-870.png"/>
          <p:cNvPicPr>
            <a:picLocks noGrp="1" noChangeAspect="1"/>
          </p:cNvPicPr>
          <p:nvPr isPhoto="1"/>
        </p:nvPicPr>
        <p:blipFill>
          <a:blip r:embed="rId2">
            <a:lum/>
          </a:blip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全屏显示(4:3)</PresentationFormat>
  <Paragraphs>0</Paragraphs>
  <Slides>9</Slides>
  <Notes>0</Notes>
  <HiddenSlides>0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10" baseType="lpstr">
      <vt:lpstr>Office 主题</vt:lpstr>
      <vt:lpstr>幻灯片 1</vt:lpstr>
      <vt:lpstr>幻灯片 2</vt:lpstr>
      <vt:lpstr>幻灯片 3</vt:lpstr>
      <vt:lpstr>幻灯片 4</vt:lpstr>
      <vt:lpstr>幻灯片 5</vt:lpstr>
      <vt:lpstr>幻灯片 6</vt:lpstr>
      <vt:lpstr>幻灯片 7</vt:lpstr>
      <vt:lpstr>幻灯片 8</vt:lpstr>
      <vt:lpstr>幻灯片 9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zero</dc:creator>
  <cp:lastModifiedBy>zero</cp:lastModifiedBy>
  <cp:revision>1</cp:revision>
  <dcterms:created xsi:type="dcterms:W3CDTF">2017-12-07T13:55:34Z</dcterms:created>
  <dcterms:modified xsi:type="dcterms:W3CDTF">2017-12-07T13:56:11Z</dcterms:modified>
</cp:coreProperties>
</file>