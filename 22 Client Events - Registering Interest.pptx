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073FF-B9EB-4864-A319-9A1F9673CAFC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65898-7653-4255-8D57-C5B06174FA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3-45-44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3-48-27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3-51-38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00-06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04-62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07-44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20-1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25-21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27-96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30-50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34-2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37-24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41-81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45-58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4-48-77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2017-12-07T02:15:24Z</dcterms:created>
  <dcterms:modified xsi:type="dcterms:W3CDTF">2017-12-07T13:01:37Z</dcterms:modified>
</cp:coreProperties>
</file>