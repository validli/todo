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9144000" cy="6858000" type="screen4x3"/>
  <p:notesSz cx="6858000" cy="9144000"/>
  <p:photoAlbum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500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B1198-5239-42AB-8BF7-F785182E746F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717AB-9E9D-45B9-8E92-6ADBA4D3B9E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B1198-5239-42AB-8BF7-F785182E746F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717AB-9E9D-45B9-8E92-6ADBA4D3B9E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B1198-5239-42AB-8BF7-F785182E746F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717AB-9E9D-45B9-8E92-6ADBA4D3B9E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B1198-5239-42AB-8BF7-F785182E746F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717AB-9E9D-45B9-8E92-6ADBA4D3B9E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B1198-5239-42AB-8BF7-F785182E746F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717AB-9E9D-45B9-8E92-6ADBA4D3B9E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B1198-5239-42AB-8BF7-F785182E746F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717AB-9E9D-45B9-8E92-6ADBA4D3B9E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B1198-5239-42AB-8BF7-F785182E746F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717AB-9E9D-45B9-8E92-6ADBA4D3B9E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B1198-5239-42AB-8BF7-F785182E746F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717AB-9E9D-45B9-8E92-6ADBA4D3B9E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B1198-5239-42AB-8BF7-F785182E746F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717AB-9E9D-45B9-8E92-6ADBA4D3B9E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B1198-5239-42AB-8BF7-F785182E746F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717AB-9E9D-45B9-8E92-6ADBA4D3B9E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B1198-5239-42AB-8BF7-F785182E746F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717AB-9E9D-45B9-8E92-6ADBA4D3B9E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3B1198-5239-42AB-8BF7-F785182E746F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F717AB-9E9D-45B9-8E92-6ADBA4D3B9E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24-43-532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24-52-514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25-17-838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25-22-523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25-28-887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25-32-518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25-36-651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25-42-907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25-48-239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25-51-709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10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1" baseType="lpstr">
      <vt:lpstr>Office 主题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zero</dc:creator>
  <cp:lastModifiedBy>zero</cp:lastModifiedBy>
  <cp:revision>1</cp:revision>
  <dcterms:created xsi:type="dcterms:W3CDTF">2017-12-07T13:26:07Z</dcterms:created>
  <dcterms:modified xsi:type="dcterms:W3CDTF">2017-12-07T13:26:40Z</dcterms:modified>
</cp:coreProperties>
</file>