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43E8D6-13A5-43F6-BF52-CEC66B5717EF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CE2557-C4FF-462C-ADF3-9536EB1FB56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0-30-77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0-40-64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0-44-31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0-51-71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0-58-72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1-06-53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1-13-89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1-17-65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1-23-04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0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2017-12-07T13:21:42Z</dcterms:created>
  <dcterms:modified xsi:type="dcterms:W3CDTF">2017-12-07T13:22:13Z</dcterms:modified>
</cp:coreProperties>
</file>