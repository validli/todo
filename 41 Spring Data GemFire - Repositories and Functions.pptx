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9144000" cy="6858000" type="screen4x3"/>
  <p:notesSz cx="6858000" cy="9144000"/>
  <p:photoAlbum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500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3FC3E-468D-4124-B1BA-A85E726DB966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E0C77-4A90-4E8D-8E26-31940C3D351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3FC3E-468D-4124-B1BA-A85E726DB966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E0C77-4A90-4E8D-8E26-31940C3D351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3FC3E-468D-4124-B1BA-A85E726DB966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E0C77-4A90-4E8D-8E26-31940C3D351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3FC3E-468D-4124-B1BA-A85E726DB966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E0C77-4A90-4E8D-8E26-31940C3D351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3FC3E-468D-4124-B1BA-A85E726DB966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E0C77-4A90-4E8D-8E26-31940C3D351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3FC3E-468D-4124-B1BA-A85E726DB966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E0C77-4A90-4E8D-8E26-31940C3D351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3FC3E-468D-4124-B1BA-A85E726DB966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E0C77-4A90-4E8D-8E26-31940C3D351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3FC3E-468D-4124-B1BA-A85E726DB966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E0C77-4A90-4E8D-8E26-31940C3D351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3FC3E-468D-4124-B1BA-A85E726DB966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E0C77-4A90-4E8D-8E26-31940C3D351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3FC3E-468D-4124-B1BA-A85E726DB966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E0C77-4A90-4E8D-8E26-31940C3D351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3FC3E-468D-4124-B1BA-A85E726DB966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E0C77-4A90-4E8D-8E26-31940C3D351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A3FC3E-468D-4124-B1BA-A85E726DB966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8E0C77-4A90-4E8D-8E26-31940C3D351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17-55-353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18-09-617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18-49-164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18-56-981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19-01-120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19-04-185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19-08-170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19-15-098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全屏显示(4:3)</PresentationFormat>
  <Paragraphs>0</Paragraphs>
  <Slides>8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9" baseType="lpstr">
      <vt:lpstr>Office 主题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zero</dc:creator>
  <cp:lastModifiedBy>zero</cp:lastModifiedBy>
  <cp:revision>1</cp:revision>
  <dcterms:created xsi:type="dcterms:W3CDTF">2017-12-07T13:19:39Z</dcterms:created>
  <dcterms:modified xsi:type="dcterms:W3CDTF">2017-12-07T13:20:13Z</dcterms:modified>
</cp:coreProperties>
</file>