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254D9B6-31D8-450B-9E2F-DBEA07211721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5352DD-F2E9-4A60-B3D7-8EA6A9CCEB03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6-54-64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6-57-8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01-34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07-19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10-75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17-31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30-05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33-733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37-12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27-41-119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10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1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2017-12-07T13:27:59Z</dcterms:created>
  <dcterms:modified xsi:type="dcterms:W3CDTF">2017-12-07T13:28:27Z</dcterms:modified>
</cp:coreProperties>
</file>