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9101A-C2C1-4523-9999-80DF2CE67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1E650-11E6-4256-9DE5-53483BFB9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2-37-91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2-41-80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2-47-77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2-51-62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3-01-58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3-12-02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3-17-14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3-22-47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3-27-92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3-32-77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3-37-56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2017-12-07T13:23:59Z</dcterms:created>
  <dcterms:modified xsi:type="dcterms:W3CDTF">2017-12-07T13:24:38Z</dcterms:modified>
</cp:coreProperties>
</file>