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C94-CF19-4521-B627-8CF9877A8FB8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C34A-4CD9-4905-A0B7-C359F625B1D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C94-CF19-4521-B627-8CF9877A8FB8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C34A-4CD9-4905-A0B7-C359F625B1D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C94-CF19-4521-B627-8CF9877A8FB8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C34A-4CD9-4905-A0B7-C359F625B1D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C94-CF19-4521-B627-8CF9877A8FB8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C34A-4CD9-4905-A0B7-C359F625B1D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C94-CF19-4521-B627-8CF9877A8FB8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C34A-4CD9-4905-A0B7-C359F625B1D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C94-CF19-4521-B627-8CF9877A8FB8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C34A-4CD9-4905-A0B7-C359F625B1D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C94-CF19-4521-B627-8CF9877A8FB8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C34A-4CD9-4905-A0B7-C359F625B1D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C94-CF19-4521-B627-8CF9877A8FB8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C34A-4CD9-4905-A0B7-C359F625B1D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C94-CF19-4521-B627-8CF9877A8FB8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C34A-4CD9-4905-A0B7-C359F625B1D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C94-CF19-4521-B627-8CF9877A8FB8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C34A-4CD9-4905-A0B7-C359F625B1D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91C94-CF19-4521-B627-8CF9877A8FB8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8C34A-4CD9-4905-A0B7-C359F625B1D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91C94-CF19-4521-B627-8CF9877A8FB8}" type="datetimeFigureOut">
              <a:rPr lang="zh-CN" altLang="en-US" smtClean="0"/>
              <a:pPr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8C34A-4CD9-4905-A0B7-C359F625B1D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7-36-61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7-40-13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8-09-05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8-17-01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8-22-15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8-33-53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10-08-37-39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2</cp:revision>
  <dcterms:created xsi:type="dcterms:W3CDTF">2017-12-07T02:08:54Z</dcterms:created>
  <dcterms:modified xsi:type="dcterms:W3CDTF">2017-12-07T13:00:45Z</dcterms:modified>
</cp:coreProperties>
</file>