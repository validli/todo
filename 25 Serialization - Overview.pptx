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EC3AE-51D1-44EB-8E17-5E1A190946EE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6147-3138-404D-B146-C6FD2CCE4EB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13-72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19-20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23-14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28-59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38-0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47-53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4-54-23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5-03-16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5-07-72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09-55-14-66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2017-12-07T01:56:03Z</dcterms:created>
  <dcterms:modified xsi:type="dcterms:W3CDTF">2017-12-07T13:03:12Z</dcterms:modified>
</cp:coreProperties>
</file>