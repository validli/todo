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FE5D6-005D-4EC0-A774-E99D42CFD727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F58CC-F83C-4393-BA90-F864A925DC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FE5D6-005D-4EC0-A774-E99D42CFD727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F58CC-F83C-4393-BA90-F864A925DC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FE5D6-005D-4EC0-A774-E99D42CFD727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F58CC-F83C-4393-BA90-F864A925DC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FE5D6-005D-4EC0-A774-E99D42CFD727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F58CC-F83C-4393-BA90-F864A925DC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FE5D6-005D-4EC0-A774-E99D42CFD727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F58CC-F83C-4393-BA90-F864A925DC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FE5D6-005D-4EC0-A774-E99D42CFD727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F58CC-F83C-4393-BA90-F864A925DC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FE5D6-005D-4EC0-A774-E99D42CFD727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F58CC-F83C-4393-BA90-F864A925DC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FE5D6-005D-4EC0-A774-E99D42CFD727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F58CC-F83C-4393-BA90-F864A925DC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FE5D6-005D-4EC0-A774-E99D42CFD727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F58CC-F83C-4393-BA90-F864A925DC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FE5D6-005D-4EC0-A774-E99D42CFD727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F58CC-F83C-4393-BA90-F864A925DC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FE5D6-005D-4EC0-A774-E99D42CFD727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F58CC-F83C-4393-BA90-F864A925DC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FE5D6-005D-4EC0-A774-E99D42CFD727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F58CC-F83C-4393-BA90-F864A925DC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05-24-55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05-37-06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06-04-064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06-12-611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06-21-71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06-26-79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06-31-753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06-36-24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06-41-752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0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zero</dc:creator>
  <cp:lastModifiedBy>zero</cp:lastModifiedBy>
  <cp:revision>2</cp:revision>
  <dcterms:created xsi:type="dcterms:W3CDTF">2017-12-07T02:07:04Z</dcterms:created>
  <dcterms:modified xsi:type="dcterms:W3CDTF">2017-12-07T13:00:58Z</dcterms:modified>
</cp:coreProperties>
</file>