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6CE4C-DE48-4D66-9CE8-D1E7A05A3379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C3C0-E7C5-45E0-8907-2D6A6FAC12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5-56-25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5-58-85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04-28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08-19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13-09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17-05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19-51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22-63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26-20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30-66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35-23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37-39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41-67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6-45-45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2017-12-07T14:17:04Z</dcterms:created>
  <dcterms:modified xsi:type="dcterms:W3CDTF">2017-12-07T14:17:37Z</dcterms:modified>
</cp:coreProperties>
</file>