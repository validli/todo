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ADB6F-B0BC-4FAF-BEED-21CA43F8DF1A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27FE6-1B48-4FE5-B2D7-2761335C84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1-41-8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1-45-03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1-51-7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1-57-77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03-05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06-83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10-8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22-2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32-60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2-37-11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2017-12-07T02:13:07Z</dcterms:created>
  <dcterms:modified xsi:type="dcterms:W3CDTF">2017-12-07T13:01:48Z</dcterms:modified>
</cp:coreProperties>
</file>