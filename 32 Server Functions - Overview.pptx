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873E-D785-4411-BF07-E3437FA9BD3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DFFC4-780C-4027-B824-4CCE803BF8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873E-D785-4411-BF07-E3437FA9BD3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DFFC4-780C-4027-B824-4CCE803BF8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873E-D785-4411-BF07-E3437FA9BD3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DFFC4-780C-4027-B824-4CCE803BF8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873E-D785-4411-BF07-E3437FA9BD3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DFFC4-780C-4027-B824-4CCE803BF8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873E-D785-4411-BF07-E3437FA9BD3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DFFC4-780C-4027-B824-4CCE803BF8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873E-D785-4411-BF07-E3437FA9BD3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DFFC4-780C-4027-B824-4CCE803BF8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873E-D785-4411-BF07-E3437FA9BD3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DFFC4-780C-4027-B824-4CCE803BF8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873E-D785-4411-BF07-E3437FA9BD3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DFFC4-780C-4027-B824-4CCE803BF8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873E-D785-4411-BF07-E3437FA9BD3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DFFC4-780C-4027-B824-4CCE803BF8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873E-D785-4411-BF07-E3437FA9BD3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DFFC4-780C-4027-B824-4CCE803BF8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873E-D785-4411-BF07-E3437FA9BD3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DFFC4-780C-4027-B824-4CCE803BF8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B873E-D785-4411-BF07-E3437FA9BD32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DFFC4-780C-4027-B824-4CCE803BF84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20-04-14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16-17-71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17-35-03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18-00-02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18-11-43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18-24-35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18-35-73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全屏显示(4:3)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2</cp:revision>
  <dcterms:created xsi:type="dcterms:W3CDTF">2017-12-07T01:22:33Z</dcterms:created>
  <dcterms:modified xsi:type="dcterms:W3CDTF">2017-12-07T13:04:49Z</dcterms:modified>
</cp:coreProperties>
</file>