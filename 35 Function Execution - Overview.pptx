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FE7CE-DE42-459D-BC71-282254C4DDA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C35D6-11C7-4546-8A0E-E3B240A96C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6-13-81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3-37-29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3-48-85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3-58-16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06-06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10-10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17-30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28-55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32-51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35-87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41-10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45-62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4-49-79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2017-12-07T01:46:44Z</dcterms:created>
  <dcterms:modified xsi:type="dcterms:W3CDTF">2017-12-07T13:04:04Z</dcterms:modified>
</cp:coreProperties>
</file>