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3DC7-FE43-454B-8D6A-FFE3FBF5371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DD801-6958-463D-86CC-B168504CA9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3DC7-FE43-454B-8D6A-FFE3FBF5371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DD801-6958-463D-86CC-B168504CA9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3DC7-FE43-454B-8D6A-FFE3FBF5371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DD801-6958-463D-86CC-B168504CA9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3DC7-FE43-454B-8D6A-FFE3FBF5371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DD801-6958-463D-86CC-B168504CA9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3DC7-FE43-454B-8D6A-FFE3FBF5371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DD801-6958-463D-86CC-B168504CA9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3DC7-FE43-454B-8D6A-FFE3FBF5371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DD801-6958-463D-86CC-B168504CA9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3DC7-FE43-454B-8D6A-FFE3FBF5371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DD801-6958-463D-86CC-B168504CA9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3DC7-FE43-454B-8D6A-FFE3FBF5371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DD801-6958-463D-86CC-B168504CA9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3DC7-FE43-454B-8D6A-FFE3FBF5371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DD801-6958-463D-86CC-B168504CA9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3DC7-FE43-454B-8D6A-FFE3FBF5371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DD801-6958-463D-86CC-B168504CA9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3DC7-FE43-454B-8D6A-FFE3FBF5371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DD801-6958-463D-86CC-B168504CA9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F3DC7-FE43-454B-8D6A-FFE3FBF5371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DD801-6958-463D-86CC-B168504CA9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2-31-51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2-35-21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2-52-17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2-59-25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3-04-28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3-09-45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3-12-40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3-15-43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3-21-29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3-24-01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3-30-13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3-33-68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3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1</cp:revision>
  <dcterms:created xsi:type="dcterms:W3CDTF">2017-12-07T13:53:51Z</dcterms:created>
  <dcterms:modified xsi:type="dcterms:W3CDTF">2017-12-07T13:54:25Z</dcterms:modified>
</cp:coreProperties>
</file>