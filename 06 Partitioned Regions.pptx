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7E284-F8AC-45E8-985C-3DC438C7D9D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9F6E9-23E2-4C79-A2EE-80612566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15-89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20-4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24-29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47-5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54-25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7-58-06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02-18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07-5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11-3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16-56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20-97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08-29-1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2017-12-07T14:09:26Z</dcterms:created>
  <dcterms:modified xsi:type="dcterms:W3CDTF">2017-12-07T14:10:02Z</dcterms:modified>
</cp:coreProperties>
</file>