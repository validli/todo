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6858000" type="screen4x3"/>
  <p:notesSz cx="6858000" cy="9144000"/>
  <p:photoAlbum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0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B587-DB1E-4D93-918C-15CFDF6C3F03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194D5-4389-495B-861F-84963C594EE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B587-DB1E-4D93-918C-15CFDF6C3F03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194D5-4389-495B-861F-84963C594EE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B587-DB1E-4D93-918C-15CFDF6C3F03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194D5-4389-495B-861F-84963C594EE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B587-DB1E-4D93-918C-15CFDF6C3F03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194D5-4389-495B-861F-84963C594EE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B587-DB1E-4D93-918C-15CFDF6C3F03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194D5-4389-495B-861F-84963C594EE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B587-DB1E-4D93-918C-15CFDF6C3F03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194D5-4389-495B-861F-84963C594EE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B587-DB1E-4D93-918C-15CFDF6C3F03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194D5-4389-495B-861F-84963C594EE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B587-DB1E-4D93-918C-15CFDF6C3F03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194D5-4389-495B-861F-84963C594EE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B587-DB1E-4D93-918C-15CFDF6C3F03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194D5-4389-495B-861F-84963C594EE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B587-DB1E-4D93-918C-15CFDF6C3F03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194D5-4389-495B-861F-84963C594EE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B587-DB1E-4D93-918C-15CFDF6C3F03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194D5-4389-495B-861F-84963C594EE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AAB587-DB1E-4D93-918C-15CFDF6C3F03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8194D5-4389-495B-861F-84963C594EE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09-31-669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09-39-351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10-12-322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10-15-460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10-25-175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10-33-525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10-39-625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10-43-664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8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9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zero</dc:creator>
  <cp:lastModifiedBy>zero</cp:lastModifiedBy>
  <cp:revision>2</cp:revision>
  <dcterms:created xsi:type="dcterms:W3CDTF">2017-12-07T02:11:00Z</dcterms:created>
  <dcterms:modified xsi:type="dcterms:W3CDTF">2017-12-07T13:02:00Z</dcterms:modified>
</cp:coreProperties>
</file>