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CE68D-5E4C-45AD-945B-71E52059B83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9F79B-E837-4AEC-85CF-B860B006BD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0-34-31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0-40-38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01-0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07-75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16-10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24-16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29-19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38-11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42-34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1-49-74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2-12-80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2-16-16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2-20-88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2-26-69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2-35-61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2-38-29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2-43-16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2017-12-07T13:43:06Z</dcterms:created>
  <dcterms:modified xsi:type="dcterms:W3CDTF">2017-12-07T13:45:06Z</dcterms:modified>
</cp:coreProperties>
</file>