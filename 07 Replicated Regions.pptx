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6858000" cy="9144000"/>
  <p:photoAlbum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9AAC7-6863-4A4A-9871-59791489711A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F2769-847B-449E-AB47-43F1B35BBB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9AAC7-6863-4A4A-9871-59791489711A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F2769-847B-449E-AB47-43F1B35BBB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9AAC7-6863-4A4A-9871-59791489711A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F2769-847B-449E-AB47-43F1B35BBB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9AAC7-6863-4A4A-9871-59791489711A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F2769-847B-449E-AB47-43F1B35BBB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9AAC7-6863-4A4A-9871-59791489711A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F2769-847B-449E-AB47-43F1B35BBB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9AAC7-6863-4A4A-9871-59791489711A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F2769-847B-449E-AB47-43F1B35BBB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9AAC7-6863-4A4A-9871-59791489711A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F2769-847B-449E-AB47-43F1B35BBB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9AAC7-6863-4A4A-9871-59791489711A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F2769-847B-449E-AB47-43F1B35BBB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9AAC7-6863-4A4A-9871-59791489711A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F2769-847B-449E-AB47-43F1B35BBB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9AAC7-6863-4A4A-9871-59791489711A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F2769-847B-449E-AB47-43F1B35BBB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9AAC7-6863-4A4A-9871-59791489711A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F2769-847B-449E-AB47-43F1B35BBB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9AAC7-6863-4A4A-9871-59791489711A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4F2769-847B-449E-AB47-43F1B35BBB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0-08-46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0-18-625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0-21-63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0-28-22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0-33-98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0-40-951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0-44-67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7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8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zero</dc:creator>
  <cp:lastModifiedBy>zero</cp:lastModifiedBy>
  <cp:revision>1</cp:revision>
  <dcterms:created xsi:type="dcterms:W3CDTF">2017-12-07T14:11:00Z</dcterms:created>
  <dcterms:modified xsi:type="dcterms:W3CDTF">2017-12-07T14:11:29Z</dcterms:modified>
</cp:coreProperties>
</file>