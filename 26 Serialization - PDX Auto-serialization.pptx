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17FC0-5942-4B66-AB86-462ECF789DE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EB325-0504-48EE-9E04-1B7A799FF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6-23-50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6-38-92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6-50-17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6-54-94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6-58-65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03-73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13-01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32-75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42-36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45-49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48-83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53-02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7-57-85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8-31-66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2017-12-07T01:59:12Z</dcterms:created>
  <dcterms:modified xsi:type="dcterms:W3CDTF">2017-12-07T13:05:17Z</dcterms:modified>
</cp:coreProperties>
</file>