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B8451-4894-41FB-885B-869DA8402F8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59966-5696-42D7-BF5C-6DA4B5509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7-30-85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7-36-80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7-49-22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7-52-44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8-01-55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8-34-29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8-50-49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9-03-96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9-07-92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9-12-68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9-18-5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2017-12-07T13:49:36Z</dcterms:created>
  <dcterms:modified xsi:type="dcterms:W3CDTF">2017-12-07T13:50:07Z</dcterms:modified>
</cp:coreProperties>
</file>