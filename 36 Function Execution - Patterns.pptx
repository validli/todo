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385D4-3FEC-4DB9-ABBD-AEE8EAFC14A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C0CAD-9DE0-463F-9459-4F709C9F6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7-34-49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7-39-30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7-43-76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7-48-03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7-53-00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8-01-14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8-04-60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8-31-66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8-38-71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8-42-69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8-46-78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48-53-60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2017-12-07T01:49:19Z</dcterms:created>
  <dcterms:modified xsi:type="dcterms:W3CDTF">2017-12-07T13:06:00Z</dcterms:modified>
</cp:coreProperties>
</file>