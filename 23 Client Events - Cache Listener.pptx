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10B2-30A4-4143-BFB2-A4226C0930D0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FBBE-37E7-4025-A456-48B3B019E3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10B2-30A4-4143-BFB2-A4226C0930D0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FBBE-37E7-4025-A456-48B3B019E3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10B2-30A4-4143-BFB2-A4226C0930D0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FBBE-37E7-4025-A456-48B3B019E3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10B2-30A4-4143-BFB2-A4226C0930D0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FBBE-37E7-4025-A456-48B3B019E3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10B2-30A4-4143-BFB2-A4226C0930D0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FBBE-37E7-4025-A456-48B3B019E3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10B2-30A4-4143-BFB2-A4226C0930D0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FBBE-37E7-4025-A456-48B3B019E3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10B2-30A4-4143-BFB2-A4226C0930D0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FBBE-37E7-4025-A456-48B3B019E3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10B2-30A4-4143-BFB2-A4226C0930D0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FBBE-37E7-4025-A456-48B3B019E3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10B2-30A4-4143-BFB2-A4226C0930D0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FBBE-37E7-4025-A456-48B3B019E3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10B2-30A4-4143-BFB2-A4226C0930D0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FBBE-37E7-4025-A456-48B3B019E3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10B2-30A4-4143-BFB2-A4226C0930D0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FBBE-37E7-4025-A456-48B3B019E3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B10B2-30A4-4143-BFB2-A4226C0930D0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2FBBE-37E7-4025-A456-48B3B019E3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5-52-92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6-04-42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6-08-49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6-11-30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6-13-94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6-17-69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6-20-47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6-26-18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6-36-86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6-41-59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6-45-39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16-47-90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3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2</cp:revision>
  <dcterms:created xsi:type="dcterms:W3CDTF">2017-12-07T02:17:07Z</dcterms:created>
  <dcterms:modified xsi:type="dcterms:W3CDTF">2017-12-07T13:02:42Z</dcterms:modified>
</cp:coreProperties>
</file>