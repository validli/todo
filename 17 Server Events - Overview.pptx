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B8BD-1F3F-4BB9-B8EE-4A14F8FE676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5A171-5F84-4922-A0F6-FC8AF775F6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gemfire\2017-12-07-22-05-55-588.png"/>
          <p:cNvPicPr>
            <a:picLocks noChangeAspect="1" noChangeArrowheads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1" y="78583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3-30-67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3-37-88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3-47-59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3-52-22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3-57-03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01-94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08-4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15-13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21-0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25-50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29-03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4-32-98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3</cp:revision>
  <dcterms:created xsi:type="dcterms:W3CDTF">2017-12-07T02:04:50Z</dcterms:created>
  <dcterms:modified xsi:type="dcterms:W3CDTF">2017-12-07T14:06:58Z</dcterms:modified>
</cp:coreProperties>
</file>