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</p:sldIdLst>
  <p:sldSz cx="9144000" cy="6858000" type="screen4x3"/>
  <p:notesSz cx="6858000" cy="9144000"/>
  <p:photoAlbum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65" d="100"/>
          <a:sy n="65" d="100"/>
        </p:scale>
        <p:origin x="-1500" y="-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49A6-8220-483F-91F6-B97E38197C8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68D1-4C93-4924-A6B1-967AE070D6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49A6-8220-483F-91F6-B97E38197C8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68D1-4C93-4924-A6B1-967AE070D6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49A6-8220-483F-91F6-B97E38197C8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68D1-4C93-4924-A6B1-967AE070D6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49A6-8220-483F-91F6-B97E38197C8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68D1-4C93-4924-A6B1-967AE070D6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49A6-8220-483F-91F6-B97E38197C8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68D1-4C93-4924-A6B1-967AE070D6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49A6-8220-483F-91F6-B97E38197C8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68D1-4C93-4924-A6B1-967AE070D6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49A6-8220-483F-91F6-B97E38197C8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68D1-4C93-4924-A6B1-967AE070D6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49A6-8220-483F-91F6-B97E38197C8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68D1-4C93-4924-A6B1-967AE070D6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49A6-8220-483F-91F6-B97E38197C8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68D1-4C93-4924-A6B1-967AE070D6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49A6-8220-483F-91F6-B97E38197C8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68D1-4C93-4924-A6B1-967AE070D6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8549A6-8220-483F-91F6-B97E38197C8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9AE68D1-4C93-4924-A6B1-967AE070D6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68549A6-8220-483F-91F6-B97E38197C8C}" type="datetimeFigureOut">
              <a:rPr lang="zh-CN" altLang="en-US" smtClean="0"/>
              <a:t>2017/12/7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9AE68D1-4C93-4924-A6B1-967AE070D6F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0-21-62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0-24-064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0-33-88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0-36-47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0-40-73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0-44-321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0-54-360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0-56-812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1-01-93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1-05-19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1-10-065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1-12-578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1-16-726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2017-12-07-21-51-22-537.png"/>
          <p:cNvPicPr>
            <a:picLocks noGrp="1" noChangeAspect="1"/>
          </p:cNvPicPr>
          <p:nvPr isPhoto="1"/>
        </p:nvPicPr>
        <p:blipFill>
          <a:blip r:embed="rId2">
            <a:lum/>
          </a:blip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全屏显示(4:3)</PresentationFormat>
  <Paragraphs>0</Paragraphs>
  <Slides>14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5" baseType="lpstr">
      <vt:lpstr>Office 主题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zero</dc:creator>
  <cp:lastModifiedBy>zero</cp:lastModifiedBy>
  <cp:revision>1</cp:revision>
  <dcterms:created xsi:type="dcterms:W3CDTF">2017-12-07T13:51:45Z</dcterms:created>
  <dcterms:modified xsi:type="dcterms:W3CDTF">2017-12-07T13:52:28Z</dcterms:modified>
</cp:coreProperties>
</file>