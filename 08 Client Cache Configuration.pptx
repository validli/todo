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9144000" cy="6858000" type="screen4x3"/>
  <p:notesSz cx="6858000" cy="9144000"/>
  <p:photoAlbum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0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878C0-F66F-457A-BAA7-61867BE2C632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6E01D-7496-4ECD-A6C1-044ACC26DCB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878C0-F66F-457A-BAA7-61867BE2C632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6E01D-7496-4ECD-A6C1-044ACC26DCB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878C0-F66F-457A-BAA7-61867BE2C632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6E01D-7496-4ECD-A6C1-044ACC26DCB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878C0-F66F-457A-BAA7-61867BE2C632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6E01D-7496-4ECD-A6C1-044ACC26DCB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878C0-F66F-457A-BAA7-61867BE2C632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6E01D-7496-4ECD-A6C1-044ACC26DCB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878C0-F66F-457A-BAA7-61867BE2C632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6E01D-7496-4ECD-A6C1-044ACC26DCB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878C0-F66F-457A-BAA7-61867BE2C632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6E01D-7496-4ECD-A6C1-044ACC26DCB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878C0-F66F-457A-BAA7-61867BE2C632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6E01D-7496-4ECD-A6C1-044ACC26DCB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878C0-F66F-457A-BAA7-61867BE2C632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6E01D-7496-4ECD-A6C1-044ACC26DCB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878C0-F66F-457A-BAA7-61867BE2C632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6E01D-7496-4ECD-A6C1-044ACC26DCB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878C0-F66F-457A-BAA7-61867BE2C632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6E01D-7496-4ECD-A6C1-044ACC26DCB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878C0-F66F-457A-BAA7-61867BE2C632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76E01D-7496-4ECD-A6C1-044ACC26DCB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56-31-306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56-38-324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57-12-917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57-20-245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57-28-385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57-33-181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57-38-586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57-45-270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57-50-770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57-54-584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58-04-888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58-07-580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58-10-256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58-13-393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14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5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zero</dc:creator>
  <cp:lastModifiedBy>zero</cp:lastModifiedBy>
  <cp:revision>1</cp:revision>
  <dcterms:created xsi:type="dcterms:W3CDTF">2017-12-07T13:58:47Z</dcterms:created>
  <dcterms:modified xsi:type="dcterms:W3CDTF">2017-12-07T13:59:17Z</dcterms:modified>
</cp:coreProperties>
</file>