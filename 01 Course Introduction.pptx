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21EC3-A116-43DB-9F29-3905E35E34BA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F2D87-2556-4422-9BFA-B153A65F85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1-45-28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1-50-63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1-53-94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1-58-2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2-03-43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2-14-62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2017-12-07T14:12:28Z</dcterms:created>
  <dcterms:modified xsi:type="dcterms:W3CDTF">2017-12-07T14:12:55Z</dcterms:modified>
</cp:coreProperties>
</file>