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E84BA-FC05-4851-AE01-94399E38FEBB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2095A-60C1-4139-8AD9-04FA9067F6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3-17-56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3-43-42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3-46-31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3-50-00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3-52-15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3-56-11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3-59-70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4-03-59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4-11-76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4-25-15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4-31-85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4-38-03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4-47-42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4-52-52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2017-12-07T14:15:17Z</dcterms:created>
  <dcterms:modified xsi:type="dcterms:W3CDTF">2017-12-07T14:15:48Z</dcterms:modified>
</cp:coreProperties>
</file>