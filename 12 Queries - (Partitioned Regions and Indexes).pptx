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7493B-0401-4E9B-B8BD-B18B16C074C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56CB1-3810-4D47-BF0D-B1BC7F57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5-18-03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5-21-50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5-32-16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5-35-51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5-45-24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5-49-47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5-58-54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6-05-09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6-10-87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46-15-02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2017-12-07T13:46:33Z</dcterms:created>
  <dcterms:modified xsi:type="dcterms:W3CDTF">2017-12-07T13:47:21Z</dcterms:modified>
</cp:coreProperties>
</file>