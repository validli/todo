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B92F1-7F01-42E7-B441-D64C7AA0F75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13A6-8091-4571-9BFD-8D3E58DA37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B92F1-7F01-42E7-B441-D64C7AA0F75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13A6-8091-4571-9BFD-8D3E58DA37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B92F1-7F01-42E7-B441-D64C7AA0F75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13A6-8091-4571-9BFD-8D3E58DA37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B92F1-7F01-42E7-B441-D64C7AA0F75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13A6-8091-4571-9BFD-8D3E58DA37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B92F1-7F01-42E7-B441-D64C7AA0F75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13A6-8091-4571-9BFD-8D3E58DA37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B92F1-7F01-42E7-B441-D64C7AA0F75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13A6-8091-4571-9BFD-8D3E58DA37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B92F1-7F01-42E7-B441-D64C7AA0F75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13A6-8091-4571-9BFD-8D3E58DA37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B92F1-7F01-42E7-B441-D64C7AA0F75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13A6-8091-4571-9BFD-8D3E58DA37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B92F1-7F01-42E7-B441-D64C7AA0F75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13A6-8091-4571-9BFD-8D3E58DA37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B92F1-7F01-42E7-B441-D64C7AA0F75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13A6-8091-4571-9BFD-8D3E58DA37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B92F1-7F01-42E7-B441-D64C7AA0F75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13A6-8091-4571-9BFD-8D3E58DA37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B92F1-7F01-42E7-B441-D64C7AA0F756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C13A6-8091-4571-9BFD-8D3E58DA37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1-59-26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2-03-49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2-07-35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2-14-31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2-19-85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2-23-58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2-29-87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2-33-68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2-37-84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2-45-28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1</cp:revision>
  <dcterms:created xsi:type="dcterms:W3CDTF">2017-12-07T14:03:12Z</dcterms:created>
  <dcterms:modified xsi:type="dcterms:W3CDTF">2017-12-07T14:03:45Z</dcterms:modified>
</cp:coreProperties>
</file>