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9144000" cy="6858000" type="screen4x3"/>
  <p:notesSz cx="6858000" cy="9144000"/>
  <p:photoAlbum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0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98F8C-EF04-413D-9B98-5F4F6D35D395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3F8E8-83AE-4DCF-A64A-24766865071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98F8C-EF04-413D-9B98-5F4F6D35D395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3F8E8-83AE-4DCF-A64A-24766865071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98F8C-EF04-413D-9B98-5F4F6D35D395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3F8E8-83AE-4DCF-A64A-24766865071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98F8C-EF04-413D-9B98-5F4F6D35D395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3F8E8-83AE-4DCF-A64A-24766865071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98F8C-EF04-413D-9B98-5F4F6D35D395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3F8E8-83AE-4DCF-A64A-24766865071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98F8C-EF04-413D-9B98-5F4F6D35D395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3F8E8-83AE-4DCF-A64A-24766865071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98F8C-EF04-413D-9B98-5F4F6D35D395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3F8E8-83AE-4DCF-A64A-24766865071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98F8C-EF04-413D-9B98-5F4F6D35D395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3F8E8-83AE-4DCF-A64A-24766865071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98F8C-EF04-413D-9B98-5F4F6D35D395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3F8E8-83AE-4DCF-A64A-24766865071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98F8C-EF04-413D-9B98-5F4F6D35D395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3F8E8-83AE-4DCF-A64A-24766865071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98F8C-EF04-413D-9B98-5F4F6D35D395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3F8E8-83AE-4DCF-A64A-24766865071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B98F8C-EF04-413D-9B98-5F4F6D35D395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43F8E8-83AE-4DCF-A64A-24766865071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30-53-726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31-24-147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31-31-753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31-38-088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31-44-838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31-52-776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31-58-120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32-04-361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32-09-293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32-12-658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10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1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zero</dc:creator>
  <cp:lastModifiedBy>zero</cp:lastModifiedBy>
  <cp:revision>1</cp:revision>
  <dcterms:created xsi:type="dcterms:W3CDTF">2017-12-07T13:32:53Z</dcterms:created>
  <dcterms:modified xsi:type="dcterms:W3CDTF">2017-12-07T13:33:34Z</dcterms:modified>
</cp:coreProperties>
</file>