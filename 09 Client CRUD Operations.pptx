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1AB07-77F6-4148-ACC2-EDCD696A9E47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A30D-B1B5-4B1D-A8E5-70D8B7BD0E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1AB07-77F6-4148-ACC2-EDCD696A9E47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A30D-B1B5-4B1D-A8E5-70D8B7BD0E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1AB07-77F6-4148-ACC2-EDCD696A9E47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A30D-B1B5-4B1D-A8E5-70D8B7BD0E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1AB07-77F6-4148-ACC2-EDCD696A9E47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A30D-B1B5-4B1D-A8E5-70D8B7BD0E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1AB07-77F6-4148-ACC2-EDCD696A9E47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A30D-B1B5-4B1D-A8E5-70D8B7BD0E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1AB07-77F6-4148-ACC2-EDCD696A9E47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A30D-B1B5-4B1D-A8E5-70D8B7BD0E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1AB07-77F6-4148-ACC2-EDCD696A9E47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A30D-B1B5-4B1D-A8E5-70D8B7BD0E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1AB07-77F6-4148-ACC2-EDCD696A9E47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A30D-B1B5-4B1D-A8E5-70D8B7BD0E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1AB07-77F6-4148-ACC2-EDCD696A9E47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A30D-B1B5-4B1D-A8E5-70D8B7BD0E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1AB07-77F6-4148-ACC2-EDCD696A9E47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A30D-B1B5-4B1D-A8E5-70D8B7BD0E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1AB07-77F6-4148-ACC2-EDCD696A9E47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A30D-B1B5-4B1D-A8E5-70D8B7BD0E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1AB07-77F6-4148-ACC2-EDCD696A9E47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0A30D-B1B5-4B1D-A8E5-70D8B7BD0E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9-52-05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9-56-14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0-01-42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0-04-95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0-08-23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0-14-39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0-18-65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0-22-57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0-25-53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0-29-72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0-38-54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2017-12-07T14:01:06Z</dcterms:created>
  <dcterms:modified xsi:type="dcterms:W3CDTF">2017-12-07T14:01:43Z</dcterms:modified>
</cp:coreProperties>
</file>