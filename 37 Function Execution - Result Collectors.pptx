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414F1-E864-41A8-BA66-BD0CF9C92BD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A6836-83B2-4D46-A1E9-73CF9067FB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0-05-10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0-10-37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0-18-53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0-44-55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0-48-14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0-52-62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0-56-42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1-13-87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1-18-97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2017-12-07T01:51:38Z</dcterms:created>
  <dcterms:modified xsi:type="dcterms:W3CDTF">2017-12-07T13:05:43Z</dcterms:modified>
</cp:coreProperties>
</file>