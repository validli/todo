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0AFFA-0530-47B2-85D1-BE5356EC0265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C4D1C-F530-4D7C-AC31-28F9DD46938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0-16-14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0-29-49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0-36-24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0-40-56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1-00-59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1-34-24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1-38-20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1-46-69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1-51-78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1-55-76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22-08-44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2017-12-07T02:22:31Z</dcterms:created>
  <dcterms:modified xsi:type="dcterms:W3CDTF">2017-12-07T13:02:30Z</dcterms:modified>
</cp:coreProperties>
</file>